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Áp dụng Design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Hệ thống Quản lý Khách sạn và Homestay HTT19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490"/>
                </a:solidFill>
              </a:rPr>
              <a:t>Từ lý thuyết đến triển khai Python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6868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2606D"/>
                </a:solidFill>
              </a:rPr>
              <a:t>Báo cáo 30 phút  •  Nhóm HTT19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503920" y="1828800"/>
            <a:ext cx="2377440" cy="2377440"/>
          </a:xfrm>
          <a:prstGeom prst="roundRect">
            <a:avLst>
              <a:gd name="adj" fmla="val 4615"/>
            </a:avLst>
          </a:prstGeom>
          <a:solidFill>
            <a:srgbClr val="F0F9FF"/>
          </a:solidFill>
          <a:ln w="25400">
            <a:solidFill>
              <a:srgbClr val="0E74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23960" y="251460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HOTEL</a:t>
            </a:r>
            <a:endParaRPr lang="en-US" sz="20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102A43"/>
                </a:solidFill>
              </a:rPr>
              <a:t>SYSTEM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Bối cảnh và mục tiêu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Quản lý phòng, khách hàng và dịch vụ đi kèm.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Thực hiện check-in, check-out và thanh toán.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Hỗ trợ nhiều cổng thanh toán: VNPay, MoMo, Credit Card.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Áp dụng chính sách giảm giá linh hoạt.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Thống kê doanh thu theo tháng và sẵn sàng triển khai Cloud/Hosting.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Design Pattern là gì?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Giải pháp tổng quát, đã được kiểm chứng cho các vấn đề thiết kế thường gặp.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Không phải thư viện hay đoạn mã sao chép cố định.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Là cách tổ chức lớp, đối tượng và mối quan hệ giữa chúng.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Mục tiêu: giảm phụ thuộc, tăng tái sử dụng và dễ mở rộng.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Ba nhóm Design Pattern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Creational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005840" y="269748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Singleton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Factory Method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Abstract Factory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52628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Structural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4800600" y="269748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Adapter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Repository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321040" y="1828800"/>
            <a:ext cx="3246120" cy="2286000"/>
          </a:xfrm>
          <a:prstGeom prst="roundRect">
            <a:avLst>
              <a:gd name="adj" fmla="val 32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49640" y="21488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</a:rPr>
              <a:t>Behavioral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8595360" y="2697480"/>
            <a:ext cx="269748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Observer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</a:rPr>
              <a:t>Strategy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 Singleton: AppConfigManager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Đảm bảo toàn hệ thống chỉ dùng một đối tượng cấu hình.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Phù hợp với config, logger, database connection hoặc cache.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Trong HTT19: lưu tên ứng dụng, cơ sở dữ liệu và đơn vị tiền tệ.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Kiểm chứng bằng: config_1 is config_2  →  True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5. Factory: cổng thanh toán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Client chỉ yêu cầu loại thanh toán, không phụ thuộc class cụ thể.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PaymentFactory tạo VNPay, MoMo hoặc CreditCard.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Thêm gateway mới mà không sửa nghiệp vụ check-out.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Ví dụ: PaymentFactory.create_payment("momo").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6. Strategy: giảm giá runtime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Đóng gói từng thuật toán giảm giá thành một strategy.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VIP: 20%  •  Khách mới: 10%  •  Flash Sale: 30%.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DiscountCalculator nhận strategy qua constructor.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Có thể thay đổi chiến lược mà không sửa calculator.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7. Repository và Adapter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Repository trừu tượng hóa truy cập dữ liệu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BookingService không cần biết dữ liệu nằm trong bộ nhớ hay SQL.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Adapter chuyển đổi dữ liệu giữa API thanh toán và mô hình nội bộ.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Kết quả: dễ thay thế công nghệ và dễ kiểm thử.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8. IoC và DI Container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IoC: đảo ngược quyền kiểm soát việc tạo dependency.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DI: truyền dependency từ bên ngoài vào class.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DIContainer đăng ký và resolve AppConfigManager, Repository, Service.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Giảm coupling và hỗ trợ test bằng mock repository.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 Use Case tổng quát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21792" y="1078992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606D"/>
                </a:solidFill>
              </a:rPr>
              <a:t>Các actor và chức năng chính của hệ thống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097280" y="1828800"/>
            <a:ext cx="9875520" cy="256032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Quản trị viên: phòng, khách hàng, dịch vụ, báo cáo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Lễ tân: đặt phòng, check-in, check-out, thanh toán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Khách hàng: đặt phòng, thanh toán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dirty="0">
                <a:solidFill>
                  <a:srgbClr val="172B4D"/>
                </a:solidFill>
              </a:rPr>
              <a:t>Cổng thanh toán: xử lý giao dịch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10. Use Case chi tiết: Check-in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Tìm thông tin đặt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Xác minh thông tin khách hàng.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Kiểm tra tình trạng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Cập nhật trạng thái phòng thành occupied.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Tạo phiếu nhận phòng.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11. Use Case chi tiết: Check-out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Tính tiền phòng và dịch vụ.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Áp dụng Strategy giảm giá.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Tạo hóa đơn và chọn cổng thanh toán.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Cập nhật trạng thái phòng.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Ghi nhận doanh thu theo tháng.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12. Demo luồng nghiệp vụ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Khách check-out với tổng tiền ban đầu 5.000.000 VND.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Strategy VIP giảm 20% → còn 4.000.000 VND.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Factory tạo gateway MoMo.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Gateway xử lý thanh toán và hệ thống ghi nhận doanh thu.</a:t>
            </a:r>
            <a:endParaRPr lang="en-US" sz="2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13. Đánh giá kiến trúc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51560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Ưu điểm: rõ ràng, dễ mở rộng, dễ bảo trì, dễ kiểm thử.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Factory mở rộng phương thức thanh toán.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Strategy mở rộng chính sách giá.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Repository tách nghiệp vụ khỏi CSDL.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Hạn chế: tăng số lượng class và không nên lạm dụng pattern.</a:t>
            </a:r>
            <a:endParaRPr lang="en-US" sz="2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82880"/>
          </a:xfrm>
          <a:prstGeom prst="rect">
            <a:avLst/>
          </a:prstGeom>
          <a:solidFill>
            <a:srgbClr val="0E7490"/>
          </a:solidFill>
          <a:ln w="12700">
            <a:solidFill>
              <a:srgbClr val="0E74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0292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14. Kết luận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6510528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2606D"/>
                </a:solidFill>
              </a:rPr>
              <a:t>HTT19  |  Phát triển ứng dụng hướng đối tượng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914400" y="182880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E7490"/>
                </a:solidFill>
              </a:rPr>
              <a:t>Design Pattern biến bài toán thực tế thành kiến trúc có thể mở rộng.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80160" y="2834640"/>
            <a:ext cx="9509760" cy="4389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Singleton quản lý cấu hình dùng chung.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Factory khởi tạo cổng thanh toán linh hoạt.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Strategy thay đổi thuật toán giảm giá runtime.</a:t>
            </a:r>
            <a:endParaRPr lang="en-US" sz="2000" dirty="0"/>
          </a:p>
          <a:p>
            <a:pPr marL="228600" indent="-228600">
              <a:buSzPct val="100000"/>
              <a:buChar char="•"/>
            </a:pPr>
            <a:r>
              <a:rPr lang="en-US" sz="2000" dirty="0">
                <a:solidFill>
                  <a:srgbClr val="172B4D"/>
                </a:solidFill>
              </a:rPr>
              <a:t>DI Container quản lý dependency và giảm coupling.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5669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02A43"/>
                </a:solidFill>
              </a:rPr>
              <a:t>Cảm ơn thầy/cô và các bạn đã lắng nghe.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HTT19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HTT19 - Design Patterns</dc:title>
  <dc:subject>Design Patterns trong hệ thống quản lý khách sạn và Homestay</dc:subject>
  <dc:creator>Nhóm HTT19</dc:creator>
  <cp:lastModifiedBy>Nhóm HTT19</cp:lastModifiedBy>
  <cp:revision>1</cp:revision>
  <dcterms:created xsi:type="dcterms:W3CDTF">2026-09-25T01:45:54Z</dcterms:created>
  <dcterms:modified xsi:type="dcterms:W3CDTF">2026-09-25T01:45:54Z</dcterms:modified>
</cp:coreProperties>
</file>